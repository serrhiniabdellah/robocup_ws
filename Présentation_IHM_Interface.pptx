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E5FF"/>
                </a:solidFill>
              </a:rPr>
              <a:t>Interface IHM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RoboCup Rescue — Robot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7315200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Dashboard Web  ·  LIDAR Canvas  ·  Caméra  ·  Bras  ·  rosbridge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155448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1693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2880360"/>
            <a:ext cx="155448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91693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CSS3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880360"/>
            <a:ext cx="155448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91693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JavaScript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880360"/>
            <a:ext cx="155448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91693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roslibjs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880360"/>
            <a:ext cx="155448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91693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ROS 2 Jazzy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880360"/>
            <a:ext cx="155448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91693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WebSocket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IATIC4 — Groupe RMS — UVSQ  ·  2024 /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9611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9611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00584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Contexte &amp; Rôle de l'IHM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44475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Pourquoi une interface web dans la boucle de contrôle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89611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89611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93268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100584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144475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rosbridge, roslibjs, WebSocket, flux de données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89611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89611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93268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4" y="100584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 — 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144475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Vue d'ensemble 4 panneaux, configuration 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1635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1635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5292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92608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Page Déplacement Robot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36499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Contrôle clavier/boutons, flippers, caméra orientable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81635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281635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285292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292608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Page Visualisation LIDAR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336499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Canvas HTML5, abonnement /scan, rendu polaire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6" y="281635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66176" y="281635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85292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544" y="292608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Page Caméra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336499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Flux caméra temps réel, topic CompressedImage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73659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73659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77316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84632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Page Contrôle Bras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1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Sliders 6 axes, positions pré-définies ROS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0248" y="473659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0248" y="473659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15968" y="477316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8616" y="484632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Bugs corrigés &amp; Améliorations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8616" y="5285231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Corrections critiques, indicateurs de connexion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66176" y="4736592"/>
            <a:ext cx="3794760" cy="1737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66176" y="4736592"/>
            <a:ext cx="566928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1896" y="4773168"/>
            <a:ext cx="493776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4544" y="484632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Démo &amp; Lancement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5285231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Commandes, URL, simulation sans robot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01 — Contexte &amp; Rôle de l'IHM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L'interface permet aux opérateurs de piloter le robot à distance, sans RViz ni 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394960" cy="237744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64008" cy="2377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784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🎯  Problème résolu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298448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Le robot RMS tourne sous ROS 2 — inaccessible directement depuis un navigateur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Besoin d'une interface légère, accessible depuis n'importe quel appareil sur le même réseau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Pas de dépendance à RViz, pas de ROS côté client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Fonctionner sur tablette Android ou PC pendant la compétition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914400"/>
            <a:ext cx="5943600" cy="237744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914400"/>
            <a:ext cx="64008" cy="2377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5896" y="97840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💡  Solution : IHM Web + rosbridge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6" y="1298448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rosbridge_server expose les topics ROS 2 en WebSocket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roslibjs (JavaScript) s'y connecte depuis le navigateur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L'opérateur ouvre simplement un navigateur en http://robot_ip:8080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Fonctionne sur ordinateur, tablette, téléphone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Aucune installation côté client requise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93008"/>
            <a:ext cx="1920240" cy="13716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93008"/>
            <a:ext cx="192024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204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051A"/>
                </a:solidFill>
              </a:rPr>
              <a:t>Navigateur
(IHM Web)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404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39776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493008"/>
            <a:ext cx="1920240" cy="13716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3493008"/>
            <a:ext cx="1920240" cy="2743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5204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051A"/>
                </a:solidFill>
              </a:rPr>
              <a:t>WebSocket
ws://ip:9090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404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9776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65776" y="3493008"/>
            <a:ext cx="1920240" cy="13716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65776" y="3493008"/>
            <a:ext cx="1920240" cy="274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35204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051A"/>
                </a:solidFill>
              </a:rPr>
              <a:t>rosbridge
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38404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9776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064" y="3493008"/>
            <a:ext cx="1920240" cy="13716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0064" y="3493008"/>
            <a:ext cx="1920240" cy="274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3216" y="35204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051A"/>
                </a:solidFill>
              </a:rPr>
              <a:t>Topics
ROS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3216" y="38404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39776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74352" y="3493008"/>
            <a:ext cx="1920240" cy="13716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74352" y="3493008"/>
            <a:ext cx="1920240" cy="2743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47504" y="35204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051A"/>
                </a:solidFill>
              </a:rPr>
              <a:t>Robot
(hardware)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7504" y="38404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0474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Protocole de bout en bout 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376672"/>
            <a:ext cx="11521440" cy="59436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449824"/>
            <a:ext cx="11384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80"/>
                </a:solidFill>
              </a:rPr>
              <a:t>Navigateur  ──[WebSocket]──►  rosbridge_server  ──[DDS]──►  Node ROS 2  ──► 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02 — 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Stack : HTML + CSS + JavaScript vanilla · roslibjs · EventEmitter2 · rosbridge_server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657600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64008" cy="2468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784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🖥️  Côté Client (Navigateur)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29844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HTML5 / CSS3 / JavaScript (vanilla)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roslibjs — bibliothèque officielle ROS/JS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EventEmitter2 — gestion des événements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Canvas HTML5 — dessin LIDAR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localStorage — persistance IP du robot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Aucun framework (React, Vue...) nécessaire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749039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14400"/>
            <a:ext cx="64008" cy="2468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97840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🤖  Côté Serveur (Robot)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1298448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rosbridge_server (ROS 2 Jazzy)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Port WebSocket : 9090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python3 -m http.server 8080 (fichiers statiques)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Aucun backend supplémentaire requis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Topics ROS 2 exposés en temps réel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914400"/>
            <a:ext cx="3749039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914400"/>
            <a:ext cx="64008" cy="2468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97840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📁  Structure des Fichiers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298448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index.html          → Dashboard principal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deplacement_robot.* → Téléopération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vision_lidar.*      → Visualiseur LIDAR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vision_camera.*     → Flux caméra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deplacement_bras.*  → Contrôle bras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style.css / *.css   → Styles par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66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Topics ROS 2 utilisés par l'IHM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530352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3922776"/>
            <a:ext cx="457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Publié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22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/joy_ihm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922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8AA"/>
                </a:solidFill>
              </a:rPr>
              <a:t>sensor_msgs/Joy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39227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Déplacement robot + flippers + caméra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61688"/>
            <a:ext cx="530352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4398264"/>
            <a:ext cx="457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Publié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98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/choix_pos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4398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8AA"/>
                </a:solidFill>
              </a:rPr>
              <a:t>std_msgs/Int16MultiArray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43982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Commandes bras (6 axes)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837176"/>
            <a:ext cx="530352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4873752"/>
            <a:ext cx="457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Abonné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737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873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8AA"/>
                </a:solidFill>
              </a:rPr>
              <a:t>sensor_msgs/LaserScan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4873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Données brutes LIDAR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312664"/>
            <a:ext cx="530352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5349240"/>
            <a:ext cx="457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Abonné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/cv_camera/image_raw/compressed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8AA"/>
                </a:solidFill>
              </a:rPr>
              <a:t>sensor_msgs/CompressedImage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79" y="5349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Flux caméra JPEG Base64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88152"/>
            <a:ext cx="530352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9" y="5824728"/>
            <a:ext cx="457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Abonné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24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/vitesse1  /vitesse2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5824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8AA"/>
                </a:solidFill>
              </a:rPr>
              <a:t>std_msgs/Int32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79" y="58247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Vitesses moteurs gauche/droite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263640"/>
            <a:ext cx="530352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6300216"/>
            <a:ext cx="457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051A"/>
                </a:solidFill>
              </a:rPr>
              <a:t>Abonné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3002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/inclinaison1  /inclinaison2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63002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8AA"/>
                </a:solidFill>
              </a:rPr>
              <a:t>std_msgs/Int32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79" y="63002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Inclinaison avant/arrière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03 — Dashboard principal (index.html)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Vue unifiée — 4 iframes côte à côte — configuration IP centralisée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11521440" cy="530352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11521440" cy="41148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🤖  RMS — Tableau de bord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960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🌐 IP Robot: [192.168.137.82]  [Appliquer]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1521440" cy="5486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715000" cy="2286000"/>
          </a:xfrm>
          <a:prstGeom prst="rect">
            <a:avLst/>
          </a:prstGeom>
          <a:solidFill>
            <a:srgbClr val="08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71500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4475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51A"/>
                </a:solidFill>
              </a:rPr>
              <a:t>🕹️ Déplacement Robot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830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88AA"/>
                </a:solidFill>
              </a:rPr>
              <a:t>&lt;iframe src="deplacement_robot.html"&gt;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17320"/>
            <a:ext cx="5715000" cy="2286000"/>
          </a:xfrm>
          <a:prstGeom prst="rect">
            <a:avLst/>
          </a:prstGeom>
          <a:solidFill>
            <a:srgbClr val="08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5715000" cy="274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4475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51A"/>
                </a:solidFill>
              </a:rPr>
              <a:t>📡 Vision 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88AA"/>
                </a:solidFill>
              </a:rPr>
              <a:t>&lt;iframe src="vision_lidar.html"&gt;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715000" cy="2286000"/>
          </a:xfrm>
          <a:prstGeom prst="rect">
            <a:avLst/>
          </a:prstGeom>
          <a:solidFill>
            <a:srgbClr val="08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5715000" cy="274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7647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51A"/>
                </a:solidFill>
              </a:rPr>
              <a:t>📷 Caméra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88AA"/>
                </a:solidFill>
              </a:rPr>
              <a:t>&lt;iframe src="vision_camera.html"&gt;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749039"/>
            <a:ext cx="5715000" cy="2286000"/>
          </a:xfrm>
          <a:prstGeom prst="rect">
            <a:avLst/>
          </a:prstGeom>
          <a:solidFill>
            <a:srgbClr val="08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749039"/>
            <a:ext cx="5715000" cy="2743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7647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51A"/>
                </a:solidFill>
              </a:rPr>
              <a:t>🦾 Contrôle 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114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88AA"/>
                </a:solidFill>
              </a:rPr>
              <a:t>&lt;iframe src="deplacement_bras.html"&gt;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2910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💡  L'IP du robot est stockée en localStorage — toutes les iframes se rechargent automatiquement après modification.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04 — Page Déplacement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Téléopération clavier + boutons · Flippers · Caméra orientable · Télémétrie temps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474720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64008" cy="2468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7840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🕹️  Contrôle Directionnel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298448"/>
            <a:ext cx="32918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Boutons ↑ ↓ ← → + ⏹ Stop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Clavier : Z/S/Q/D (AZERTY) · Espace = Stop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Anti-rebond : throttle 200 ms sur avancer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keydown → commande · keyup → Stop automatique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Topic publié : /joy_ihm (sensor_msgs/Joy)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914400"/>
            <a:ext cx="3931920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914400"/>
            <a:ext cx="64008" cy="2468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5655" y="9784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🔧  Flippers &amp; Caméra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5" y="1298448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Flipper AVG : axe [0,0,±1,0,0,0]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Flipper AVD / AR : boutons buttons[1,2]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Caméra haut : buttons[5]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Caméra bas : buttons[7]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Touches : A/E (flipper) · M/P (caméra)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Même topic /joy_ihm — axes différents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914400"/>
            <a:ext cx="3749039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914400"/>
            <a:ext cx="64008" cy="2468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97840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📊  Télémétrie (Subscribers)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298448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vitesse1 → /vitesse1  (motor G, m/s)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vitesse2 → /vitesse2  (motor D, m/s)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inclinaison1 → /inclinaison1  (AV, °)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inclinaison2 → /inclinaison2  (AR, °)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boussole → /boussole  (cap, °)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Mis à jour en temps réel dans le 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661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Format du message Joy publié sur /joy_ihm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95344"/>
            <a:ext cx="11521440" cy="86868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968496"/>
            <a:ext cx="11384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80"/>
                </a:solidFill>
              </a:rPr>
              <a:t>axes:    [0.0, 1.0, 0.0, 0.0, 0.0, 0.0]   // [Roulis, Avancer, Flipper, -, -, -]
buttons: [0,   0,   0,   0,   0,   1,   0, 1, 0, 0, 0, 0]   // [-, AVD, AR, -, -, CamH, -, CamB, ...]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8920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800"/>
                </a:solidFill>
              </a:rPr>
              <a:t>⚠️  Le robot s'arrête automatiquement à chaque keyup — sécurité intégrée.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05 — Page Visualisation LIDAR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Canvas HTML5 · Abonné à /scan · Rendu polaire en temps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840480" cy="256032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64008" cy="2560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78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📡  Fonctionnement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298448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Abonnement au topic /scan (LaserScan) via roslibjs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throttle_rate: 100 ms (10 Hz max pour le rendu)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Chaque message contient ranges[], angle_min, angle_increment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Filtrage des valeurs NaN / Inf / hors range_max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Dessin de chaque point en coordonnées cartésiennes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Fond redessiné à chaque frame (pas d'accumulation)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3840480" cy="256032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914400"/>
            <a:ext cx="64008" cy="2560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978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🎨  Rendu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298448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Fond noir #0a0a1a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4 cercles de distance (2.5m / 5m / 7.5m / 10m)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Croix de quadrant (avant/arrière/gauche/droite)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Point central cyan = position du robot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Couleur des points : rouge si proche, vert si loin (ratio)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Labels : AVANT · ARRIÈRE · G · 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914400"/>
            <a:ext cx="3474720" cy="256032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914400"/>
            <a:ext cx="64008" cy="2560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97840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🟢  Indicateurs IHM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1298448"/>
            <a:ext cx="32918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Badge 🟢 Connecté / 🔴 Déconnecté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Compteur : 'N pts valides'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Champ IP configurable → updateRosUrl()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IP persistée en localStorage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Message 'En attente de /scan...' au démarrage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6576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Algorithme de projection polaire → cartésienne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77639"/>
            <a:ext cx="11521440" cy="201168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050791"/>
            <a:ext cx="11384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80"/>
                </a:solidFill>
              </a:rPr>
              <a:t>for (var i = 0; i &lt; ranges.length; i++) {
    var r     = ranges[i];
    if (!isFinite(r) || r &lt;= 0 || r &gt; rangeMax) continue;      // filtre
    var angle = angleMin + i * angleIncrement;                   // rad
    var x     = cx + Math.sin(angle) * r * scale;               // pixel X
    var y     = cy - Math.cos(angle) * r * scale;               // pixel Y (axe Y inversé)
    var ratio = r / rangeMax;                                    // 0 (proche) → 1 (loin)
    ctx.fillStyle = 'rgb(' + Math.round(255*(1-ratio)) + ',' + Math.round(255*ratio) + ',100)';
    ctx.fillRect(x-2, y-2, 4, 4);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06 — Page Vision Caméra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Flux MJPEG temps réel via rosbridge · sensor_msgs/CompressedImage · Base64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303520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64008" cy="2468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784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📷  Abonnement &amp; Affichage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298448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Topic : /cv_camera/image_raw/compressed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Type  : sensor_msgs/CompressedImage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Contenu : message.data = image JPEG encodée en Base64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Affichage : img.src = 'data:image/jpeg;base64,' + message.data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ID unique : id='image_sub' (bug corrigé : 8 IDs dupliqués → 1)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Masquage du message 'Pas de signal' à la 1ère image reçue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914400"/>
            <a:ext cx="6035040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914400"/>
            <a:ext cx="64008" cy="2468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34455" y="978408"/>
            <a:ext cx="5852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📊  Subscribers de télémétrie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5" y="1298448"/>
            <a:ext cx="5852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vitesse1, vitesse2, inclinaison1, inclinaison2, boussole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Chaque subscriber est distinct (bug corrigé)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Mise à jour directe du DOM via getElementById()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Plus de réseau partagé entre subscribers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Statut ROS 🟢/🔴 affiché en haut de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478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Code — réception image flux caméra 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58768"/>
            <a:ext cx="11521440" cy="214884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31920"/>
            <a:ext cx="11384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80"/>
                </a:solidFill>
              </a:rPr>
              <a:t>var listener = new ROSLIB.Topic({
    ros         : ros,
    name        : '/cv_camera/image_raw/compressed',
    messageType : 'sensor_msgs/CompressedImage'
});
listener.subscribe(function(message) {
    var img = document.getElementById('image_sub');
    img.src = 'data:image/jpeg;base64,' + message.data;
    document.getElementById('cam-no-signal').style.display = 'none';  // cache le message 'En attente'
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07 — Page Contrôle Bras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6 sliders (déplacement + rotation) · 3 positions pré-définies · topic /choix_pos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486400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64008" cy="2468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784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🦾  Sliders 6 axes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298448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Slider 1 (X) : déplacement axe 1  [1600–2400, centre=2048]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Slider 2 (Y) : déplacement axe 2  [1400–2400, centre=2048]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Slider 3 (Z) : déplacement axe 3  [0–1, binaire]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Slider 4 (RX): rotation axe 4     [0–4095, centre=2048]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Slider 5 (RY): rotation axe 5     [700–3200, centre=2048]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Slider 6 (RZ): rotation axe 6     [−180–+180°]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914400"/>
            <a:ext cx="5852160" cy="246888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914400"/>
            <a:ext cx="64008" cy="2468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97840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🎯  Boutons positions pré-définies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1298448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Bouton 'Rangement'      → setButtonValueAndSend(1)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Bouton 'Déploiement'    → setButtonValueAndSend(2)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Bouton 'Position haute' → setButtonValueAndSend(3)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La valeur 'bouton' est ajoutée au message MultiArray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Le node ROS 2 lit [dx, dy, dz, rx, ry, rz, bouton]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>• Passage automatique aux positions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66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Message publié sur /choix_pos (Int16MultiArray) 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95344"/>
            <a:ext cx="11521440" cy="210312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68496"/>
            <a:ext cx="113842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80"/>
                </a:solidFill>
              </a:rPr>
              <a:t>var message = new ROSLIB.Message({
    layout : { dim: [], data_offset: 0 },
    data   : [
        sliderValues.dx,     // position axe X
        sliderValues.dy,     // position axe Y
        sliderValues.dz,     // position axe Z
        sliderValues.rx,     // rotation X
        sliderValues.ry,     // rotation Y
        sliderValues.rz,     // rotation Z
        sliderValues.bouton  // 0=manuel, 1=rangement, 2=deploiement, 3=haut
    ]
});
topic.publish(message);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08 — Bugs corrigés &amp; Améliorations apportées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6 corrections critiques rendant l'interface 100% fonctionnelle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4864" cy="111556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101498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4336"/>
                </a:solidFill>
              </a:rPr>
              <a:t>🐛 AVANT — deplacement_robot.js + vision_camera.js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2588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Subscribers 2, 3, 4, 5 appelaient tous subscriber1.subscribe()
→ Seul subscriber1 recevait les données. Les 4 autres champs restaient vides.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48840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54864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220370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✅ APRÈS — Bug corrigé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51460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subscriber2.subscribe() · subscriber3.subscribe() · subscriber4.subscribe() · subscriber5.subscribe()
→ Chaque champ (vitesse2, inclinaison1, inclinaison2, boussole) reçoit ses propres données.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960120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960120"/>
            <a:ext cx="54864" cy="111556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5" y="101498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4336"/>
                </a:solidFill>
              </a:rPr>
              <a:t>🐛 AVANT — vision_lidar.html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132588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Référençait vision-lidar.js (avec tiret)
→ Fichier introuvable → JavaScript non chargé → page silencieusement cassée.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148840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148840"/>
            <a:ext cx="54864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5" y="220370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✅ APRÈS — Bug corrigé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5" y="251460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Corrigé en vision_lidar.js (underscore)
→ Le script se charge et le canvas s'initialise correctement.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20439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520439"/>
            <a:ext cx="54864" cy="111556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3575303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4336"/>
                </a:solidFill>
              </a:rPr>
              <a:t>🐛 AVANT — vision_camera.html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388620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8 éléments &lt;img id='image_sub'&gt; identiques
→ querySelector('#image_sub') ne peut cibler qu'un seul élément → 7 images ignorées.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709159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709159"/>
            <a:ext cx="54864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4764023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✅ APRÈS — Bug corrigé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507492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Réduit à 1 seul &lt;img id='image_sub'&gt;
→ Le flux caméra s'affiche correctement.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3520439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3520439"/>
            <a:ext cx="54864" cy="111556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5" y="3575303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4336"/>
                </a:solidFill>
              </a:rPr>
              <a:t>🐛 AVANT — deplacement_robot.html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388620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Inputs sans id → les subscribers écrivaient dans null
→ document.getElementById('vitesse1') retournait null → erreur silencieuse.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709159"/>
            <a:ext cx="571500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4709159"/>
            <a:ext cx="54864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5" y="4764023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✅ APRÈS — Bug corrigé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5" y="5074920"/>
            <a:ext cx="5532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Telemetry cards ajoutées : &lt;span id='vitesse1'&gt;, &lt;span id='vitesse2'&gt;, &lt;span id='inclinaison1'&gt;, &lt;span id='inclinaison2'&gt;, &lt;span id='boussole'&gt;
→ Données affichées en temps réel.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09 — Démo &amp; Lancement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Lancer l'interface en 2 commandes · Test sans robot 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Étape 1 — Lancer le serveur de fichiers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21440" cy="96012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43584"/>
            <a:ext cx="11384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80"/>
                </a:solidFill>
              </a:rPr>
              <a:t># Se placer dans le dossier de l'interface (branche : interface)
cd /home/ser/RoboCup_ws/IHM_Robot_RMS
python3 -m http.server 8080
# Ouvrir dans le navigateur → http://localhost:8080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40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Étape 2 — Démarrer rosbridge sur le robot (ROS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87752"/>
            <a:ext cx="11521440" cy="86868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660904"/>
            <a:ext cx="11384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80"/>
                </a:solidFill>
              </a:rPr>
              <a:t># Sur le robot (ROS 2 Jazzy)
ros2 launch rosbridge_server rosbridge_websocket_launch.xml
# ou
ros2 run rosbridge_server rosbridge_websocket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661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Étape 3 — Configurer l'IP dans le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Dans le champ 'IP Robot' en haut du dashboard → saisir l'IP du robot → cliquer 'Appliquer'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43400"/>
            <a:ext cx="11521440" cy="5486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4988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</a:rPr>
              <a:t>Test sans robot connecté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28032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CCCCDD"/>
                </a:solidFill>
              </a:rPr>
              <a:t>✓  L'IHM s'ouvre normalement dans le navigateur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CCCCDD"/>
                </a:solidFill>
              </a:rPr>
              <a:t>✓  Les pages s'affichent avec toute l'interface graphique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CCCCDD"/>
                </a:solidFill>
              </a:rPr>
              <a:t>✓  Les indicateurs affichent 🔴 Déconnecté (normal)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CCCCDD"/>
                </a:solidFill>
              </a:rPr>
              <a:t>✓  Le canvas LIDAR affiche 'En attente de /scan...'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✓  Aucune erreur JavaScript dans la console (F12)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98848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E5FF"/>
                </a:solidFill>
              </a:rPr>
              <a:t>Branche Git :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interface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E5FF"/>
                </a:solidFill>
              </a:rPr>
              <a:t>Dossier :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IHM_Robot_RMS/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E5FF"/>
                </a:solidFill>
              </a:rPr>
              <a:t>URL locale :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http://localhost:8080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CCCDD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E5FF"/>
                </a:solidFill>
              </a:rPr>
              <a:t>URL robot :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http://robot_ip:8080/IHM_Robot_RMS/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E5FF"/>
                </a:solidFill>
              </a:rPr>
              <a:t>Interface IHM — Récapitulatif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73152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64008" cy="11155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Dashboard 4 panneaux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70078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Vue unifiée Robot + LIDAR + Caméra + Bras sur une seule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9631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96312"/>
            <a:ext cx="64008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2560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LIDAR Canvas temps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93522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Rendu polaire HTML5, abonné à /scan, couleurs distance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73075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64008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3794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Caméra flux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416966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JPEG Base64 via rosbridge, affichage instantané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96519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965192"/>
            <a:ext cx="64008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5029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Téléopération complète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540410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Clavier AZERTY + boutons, flippers, caméra orientable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26187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261872"/>
            <a:ext cx="64008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Contrôle bras 6 axes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170078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Sliders + positions pré-définies (Rangement, Déploiement, Haut)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49631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496312"/>
            <a:ext cx="64008" cy="11155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560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6 bugs critiques corrigés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3522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Subscribers, IDs, noms de fichiers, DOM manquant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3075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30752"/>
            <a:ext cx="64008" cy="11155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3794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Indicateurs dynamiques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16966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🟢/🔴 connexion ROS, compteur de points LIDAR, télémétrie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965192"/>
            <a:ext cx="5669280" cy="1115568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965192"/>
            <a:ext cx="64008" cy="111556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5029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IP configurable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40410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localStorage → une IP, toutes les iframes rechargées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FF"/>
                </a:solidFill>
              </a:rPr>
              <a:t>Merci · Questions ?   —   Groupe RMS · IATIC4 · UVSQ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